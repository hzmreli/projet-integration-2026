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62" r:id="rId5"/>
    <p:sldId id="261" r:id="rId6"/>
    <p:sldId id="264" r:id="rId7"/>
    <p:sldId id="263" r:id="rId8"/>
    <p:sldId id="265" r:id="rId9"/>
    <p:sldId id="266" r:id="rId10"/>
    <p:sldId id="269" r:id="rId11"/>
    <p:sldId id="267" r:id="rId12"/>
    <p:sldId id="270" r:id="rId1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752B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82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FB8546-6D37-7F0F-D156-7F9D09A4D7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EBF8A3E-DDF8-5A08-C450-07CEFD06C0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A5328C5-716C-D9C7-C425-915F2E1EC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A94F9-BCEB-406F-B54F-5864744D8714}" type="datetimeFigureOut">
              <a:rPr lang="fr-FR" smtClean="0"/>
              <a:t>09/01/2026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908760A-8129-C265-402B-9E7E00BC6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E2CE484-BD05-3826-717A-A4FB0002C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A7D41-2501-4B8F-A5F6-B7B4649453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8589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3A65BA-F7D5-EA5F-441B-842523ACB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F53CEC2-9970-3287-CC70-F7B3A60FE8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1FEE026-8FE7-2482-A7E1-FF0E09C4E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A94F9-BCEB-406F-B54F-5864744D8714}" type="datetimeFigureOut">
              <a:rPr lang="fr-FR" smtClean="0"/>
              <a:t>09/01/2026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B63CEEB-049E-09E2-36A5-581108A82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833E056-A5E5-D5D5-891A-E738BEBAC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A7D41-2501-4B8F-A5F6-B7B4649453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5278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6C1F4E-9483-2F1F-44C2-FE8A762B9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9010284-91B3-D5BE-87CC-D7CC75C721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5B2CEB0-7669-2C89-4411-CA9CAC7CF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A94F9-BCEB-406F-B54F-5864744D8714}" type="datetimeFigureOut">
              <a:rPr lang="fr-FR" smtClean="0"/>
              <a:t>09/01/2026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629EA50-E89D-D00C-AAB6-BB456A0F5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EB65E7C-231C-99B0-6487-382C3A27F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A7D41-2501-4B8F-A5F6-B7B4649453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3243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914291-0807-CE8F-03A8-B99F5B5B0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ABB2220-AF3B-8989-37BE-B4FD988DFA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52731A4-3C7D-9935-F934-B8CB106153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C22E720-457D-2F6E-984A-BC393A9F6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A94F9-BCEB-406F-B54F-5864744D8714}" type="datetimeFigureOut">
              <a:rPr lang="fr-FR" smtClean="0"/>
              <a:t>09/01/2026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710CCD7-F706-E35D-BF87-5DF62BF3B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8F48990-F04B-D8BD-1703-D6BCF155E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A7D41-2501-4B8F-A5F6-B7B4649453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8167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530F1A-3F6D-AC22-0525-389901381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4184B66-563F-2202-9740-6DB8D4E2C5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A6F5A8E-C003-5C5F-0FC9-E04480FCF6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03DE7C6-D4FD-26C0-D0BF-00548DD790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6A98BA9-9E17-5EBF-3A62-9843874439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C247403-0CFC-331D-9836-A33DC8A90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A94F9-BCEB-406F-B54F-5864744D8714}" type="datetimeFigureOut">
              <a:rPr lang="fr-FR" smtClean="0"/>
              <a:t>09/01/2026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FA3EEA6-9B67-7A04-E234-3646431B5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FECCA61-B2D1-A79A-D1B0-61D6E5B33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A7D41-2501-4B8F-A5F6-B7B4649453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8957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FD29C8-6BA5-24E8-9FA5-0AFEE907C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BF6AD31-3F62-19C6-DAE4-CFC629D8F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A94F9-BCEB-406F-B54F-5864744D8714}" type="datetimeFigureOut">
              <a:rPr lang="fr-FR" smtClean="0"/>
              <a:t>09/01/2026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654E098-37A3-9F50-E76D-5E910B2CB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2093BA8-8C9D-872B-D51D-7AFF1E15E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A7D41-2501-4B8F-A5F6-B7B4649453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9075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93F6F81-4227-A472-12B5-63C04CD3F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A94F9-BCEB-406F-B54F-5864744D8714}" type="datetimeFigureOut">
              <a:rPr lang="fr-FR" smtClean="0"/>
              <a:t>09/01/2026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E14FF1A-A90D-8CEA-0447-DDFAF2A14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480FEB5-29DF-ADEC-6AEC-3AEF7E9DA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A7D41-2501-4B8F-A5F6-B7B4649453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1203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1A99E4-4A4D-CB9F-C2BF-929F21F36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BA8B678-433E-1699-62DB-1493F5046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59AD023-FA2D-7B01-4FC1-2E4B02E81C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9CE58F8-5268-3A1D-3FCA-BA36628C8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A94F9-BCEB-406F-B54F-5864744D8714}" type="datetimeFigureOut">
              <a:rPr lang="fr-FR" smtClean="0"/>
              <a:t>09/01/2026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DC336A5-1ACC-3D4B-F067-93CAD9C01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EF541D2-FD5E-16CD-9596-3A0DE279E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A7D41-2501-4B8F-A5F6-B7B4649453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4949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625D3E-524C-39A4-9C8E-C29756B2A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96235F0-96F3-B201-8370-700C46DF9C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D1E2E2A-1A6B-748D-FE0C-80462414B8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AC37341-17BA-3B6A-E8D4-1F0FEE00A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A94F9-BCEB-406F-B54F-5864744D8714}" type="datetimeFigureOut">
              <a:rPr lang="fr-FR" smtClean="0"/>
              <a:t>09/01/2026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EBAD0E7-9CAE-ABCD-E51B-3C48BFEEE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3D85030-FD6B-2DD7-F7DA-26130DB0C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A7D41-2501-4B8F-A5F6-B7B4649453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1494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A985F7-22B4-7D2E-4105-F8E2355B5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33C41D4-B423-E34A-5941-8333646B7F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28E82CA-473A-4DA2-A800-88D61E2BE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A94F9-BCEB-406F-B54F-5864744D8714}" type="datetimeFigureOut">
              <a:rPr lang="fr-FR" smtClean="0"/>
              <a:t>09/01/2026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D150FDC-05EC-B6F0-8BCD-697DE7774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4938827-5584-5F32-F6AE-E2F6B1235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A7D41-2501-4B8F-A5F6-B7B4649453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5732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15AAACE4-FD13-5A9E-7CAA-C879D10F9A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441DCB5-519F-FCFE-BE05-024784D66C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C9E3B33-DBAD-B06E-DF18-F56D309E6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A94F9-BCEB-406F-B54F-5864744D8714}" type="datetimeFigureOut">
              <a:rPr lang="fr-FR" smtClean="0"/>
              <a:t>09/01/2026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D9135C8-E079-7FB1-81EC-412544D57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E5F6C2D-8124-891F-EDF7-5307E40D1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A7D41-2501-4B8F-A5F6-B7B4649453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8875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F6FD4A0-5B7E-1EAC-6D0F-8F5760B9E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3B77D57-22F5-A904-5FD0-ED4A81DB47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88B68BC-3023-ED6C-0203-01B23BC40F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6A94F9-BCEB-406F-B54F-5864744D8714}" type="datetimeFigureOut">
              <a:rPr lang="fr-FR" smtClean="0"/>
              <a:t>09/01/2026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5BA1447-DD91-FED1-6CB8-CEC43BD8AC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6912107-A07B-11BA-79EA-D4B5A3D26A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CA7D41-2501-4B8F-A5F6-B7B4649453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7984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75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BFA1AFD0-0431-1280-592C-14D884F709F3}"/>
              </a:ext>
            </a:extLst>
          </p:cNvPr>
          <p:cNvSpPr/>
          <p:nvPr/>
        </p:nvSpPr>
        <p:spPr>
          <a:xfrm>
            <a:off x="1460370" y="193249"/>
            <a:ext cx="9418162" cy="647150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4" name="Rectangle : coins arrondis 33">
            <a:extLst>
              <a:ext uri="{FF2B5EF4-FFF2-40B4-BE49-F238E27FC236}">
                <a16:creationId xmlns:a16="http://schemas.microsoft.com/office/drawing/2014/main" id="{91DEE088-7764-8B08-31A1-386D8F20551D}"/>
              </a:ext>
            </a:extLst>
          </p:cNvPr>
          <p:cNvSpPr/>
          <p:nvPr/>
        </p:nvSpPr>
        <p:spPr>
          <a:xfrm>
            <a:off x="7553905" y="4226153"/>
            <a:ext cx="3065529" cy="1904804"/>
          </a:xfrm>
          <a:prstGeom prst="roundRect">
            <a:avLst>
              <a:gd name="adj" fmla="val 61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5E7474C-4587-CE53-B255-3E6128032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9802" y="435090"/>
            <a:ext cx="8819298" cy="1200150"/>
          </a:xfrm>
        </p:spPr>
        <p:txBody>
          <a:bodyPr anchor="t">
            <a:normAutofit/>
          </a:bodyPr>
          <a:lstStyle/>
          <a:p>
            <a:pPr algn="ctr"/>
            <a:r>
              <a:rPr lang="fr-FR" sz="4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Projet </a:t>
            </a:r>
            <a:br>
              <a:rPr lang="fr-FR" sz="4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fr-FR" sz="4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Intégration IA et Interaction</a:t>
            </a:r>
            <a:endParaRPr lang="fr-FR" sz="5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7AE93DC-66DE-45B5-6EFC-134D35043F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7702" y="5770055"/>
            <a:ext cx="4323498" cy="826269"/>
          </a:xfrm>
        </p:spPr>
        <p:txBody>
          <a:bodyPr anchor="b">
            <a:normAutofit/>
          </a:bodyPr>
          <a:lstStyle/>
          <a:p>
            <a:pPr marL="0" indent="0" algn="ctr">
              <a:buNone/>
            </a:pPr>
            <a:r>
              <a:rPr lang="fr-FR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Alex Rhodes - Eliot Pazzè</a:t>
            </a:r>
          </a:p>
          <a:p>
            <a:pPr marL="0" indent="0" algn="ctr">
              <a:buNone/>
            </a:pPr>
            <a:r>
              <a:rPr lang="fr-FR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Nelson Sanchez - Hoang Long Duong</a:t>
            </a:r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BEBECDC5-B22D-9719-309C-04002939E620}"/>
              </a:ext>
            </a:extLst>
          </p:cNvPr>
          <p:cNvSpPr txBox="1">
            <a:spLocks/>
          </p:cNvSpPr>
          <p:nvPr/>
        </p:nvSpPr>
        <p:spPr>
          <a:xfrm>
            <a:off x="4013200" y="1595931"/>
            <a:ext cx="4165600" cy="3989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fr-FR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SRI 2025/2026</a:t>
            </a:r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8E22D6F4-4E43-C985-A5E3-A9B167E03BC8}"/>
              </a:ext>
            </a:extLst>
          </p:cNvPr>
          <p:cNvSpPr txBox="1">
            <a:spLocks/>
          </p:cNvSpPr>
          <p:nvPr/>
        </p:nvSpPr>
        <p:spPr>
          <a:xfrm>
            <a:off x="838200" y="1400471"/>
            <a:ext cx="10515600" cy="8262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fr-FR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59396DFE-1DC2-FFAE-A844-CA2EB243FD8B}"/>
              </a:ext>
            </a:extLst>
          </p:cNvPr>
          <p:cNvGrpSpPr/>
          <p:nvPr/>
        </p:nvGrpSpPr>
        <p:grpSpPr>
          <a:xfrm>
            <a:off x="4595812" y="2226740"/>
            <a:ext cx="3000375" cy="3044170"/>
            <a:chOff x="4669262" y="1811495"/>
            <a:chExt cx="3000375" cy="3044170"/>
          </a:xfrm>
        </p:grpSpPr>
        <p:pic>
          <p:nvPicPr>
            <p:cNvPr id="14" name="Image 13" descr="Une image contenant clipart, dessin humoristique&#10;&#10;Le contenu généré par l’IA peut être incorrect.">
              <a:extLst>
                <a:ext uri="{FF2B5EF4-FFF2-40B4-BE49-F238E27FC236}">
                  <a16:creationId xmlns:a16="http://schemas.microsoft.com/office/drawing/2014/main" id="{9DD62579-7BAC-D86E-C728-F32C301948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44590" y="1811495"/>
              <a:ext cx="2649718" cy="2649718"/>
            </a:xfrm>
            <a:prstGeom prst="rect">
              <a:avLst/>
            </a:prstGeom>
          </p:spPr>
        </p:pic>
        <p:sp>
          <p:nvSpPr>
            <p:cNvPr id="19" name="Titre 1">
              <a:extLst>
                <a:ext uri="{FF2B5EF4-FFF2-40B4-BE49-F238E27FC236}">
                  <a16:creationId xmlns:a16="http://schemas.microsoft.com/office/drawing/2014/main" id="{F661D2F0-8762-8AC9-B0CC-224D331C0ED0}"/>
                </a:ext>
              </a:extLst>
            </p:cNvPr>
            <p:cNvSpPr txBox="1">
              <a:spLocks/>
            </p:cNvSpPr>
            <p:nvPr/>
          </p:nvSpPr>
          <p:spPr>
            <a:xfrm>
              <a:off x="4669262" y="4220550"/>
              <a:ext cx="3000375" cy="635115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 lnSpcReduction="100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fr-FR" sz="4000" b="1" dirty="0">
                  <a:solidFill>
                    <a:srgbClr val="E7752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CookAssist</a:t>
              </a:r>
              <a:endParaRPr lang="fr-FR" sz="54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986035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75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102FAD-4650-F187-93D8-BD2597275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07D6F783-1E10-0D38-A253-B1A26C8A0C10}"/>
              </a:ext>
            </a:extLst>
          </p:cNvPr>
          <p:cNvSpPr/>
          <p:nvPr/>
        </p:nvSpPr>
        <p:spPr>
          <a:xfrm>
            <a:off x="508263" y="193249"/>
            <a:ext cx="11322376" cy="647150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4" name="Rectangle : coins arrondis 33">
            <a:extLst>
              <a:ext uri="{FF2B5EF4-FFF2-40B4-BE49-F238E27FC236}">
                <a16:creationId xmlns:a16="http://schemas.microsoft.com/office/drawing/2014/main" id="{357F8916-A9F4-5782-9460-1724D0BB554A}"/>
              </a:ext>
            </a:extLst>
          </p:cNvPr>
          <p:cNvSpPr/>
          <p:nvPr/>
        </p:nvSpPr>
        <p:spPr>
          <a:xfrm>
            <a:off x="8765110" y="4759947"/>
            <a:ext cx="3065529" cy="1904804"/>
          </a:xfrm>
          <a:prstGeom prst="roundRect">
            <a:avLst>
              <a:gd name="adj" fmla="val 61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0AAAFFC9-F5DE-A0E1-BD37-B4AF583367E2}"/>
              </a:ext>
            </a:extLst>
          </p:cNvPr>
          <p:cNvSpPr txBox="1">
            <a:spLocks/>
          </p:cNvSpPr>
          <p:nvPr/>
        </p:nvSpPr>
        <p:spPr>
          <a:xfrm>
            <a:off x="838200" y="1400471"/>
            <a:ext cx="10515600" cy="8262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fr-FR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6" name="Image 5" descr="Une image contenant clipart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CC7F8FD6-FC22-2B49-FAF1-236E5951A2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4370" y="5838482"/>
            <a:ext cx="826269" cy="826269"/>
          </a:xfrm>
          <a:prstGeom prst="rect">
            <a:avLst/>
          </a:prstGeom>
        </p:spPr>
      </p:pic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094D0396-1B02-28DF-C8E8-B3B3D8887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52895F56-B7C5-EE37-E687-459E062D0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Problématique</a:t>
            </a:r>
          </a:p>
        </p:txBody>
      </p:sp>
    </p:spTree>
    <p:extLst>
      <p:ext uri="{BB962C8B-B14F-4D97-AF65-F5344CB8AC3E}">
        <p14:creationId xmlns:p14="http://schemas.microsoft.com/office/powerpoint/2010/main" val="29986649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75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B292F0-0EB2-8ED6-EE88-B8451A696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479C05CD-2B52-BDFD-462D-73390A03A397}"/>
              </a:ext>
            </a:extLst>
          </p:cNvPr>
          <p:cNvSpPr/>
          <p:nvPr/>
        </p:nvSpPr>
        <p:spPr>
          <a:xfrm>
            <a:off x="508263" y="193249"/>
            <a:ext cx="11322376" cy="647150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4" name="Rectangle : coins arrondis 33">
            <a:extLst>
              <a:ext uri="{FF2B5EF4-FFF2-40B4-BE49-F238E27FC236}">
                <a16:creationId xmlns:a16="http://schemas.microsoft.com/office/drawing/2014/main" id="{1D52454E-6EAF-BDE5-6C02-F456D4A52F7F}"/>
              </a:ext>
            </a:extLst>
          </p:cNvPr>
          <p:cNvSpPr/>
          <p:nvPr/>
        </p:nvSpPr>
        <p:spPr>
          <a:xfrm>
            <a:off x="8765110" y="4759947"/>
            <a:ext cx="3065529" cy="1904804"/>
          </a:xfrm>
          <a:prstGeom prst="roundRect">
            <a:avLst>
              <a:gd name="adj" fmla="val 61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279FFCEA-0BAD-7D5F-F065-99A0BB5DE409}"/>
              </a:ext>
            </a:extLst>
          </p:cNvPr>
          <p:cNvSpPr txBox="1">
            <a:spLocks/>
          </p:cNvSpPr>
          <p:nvPr/>
        </p:nvSpPr>
        <p:spPr>
          <a:xfrm>
            <a:off x="838200" y="1400471"/>
            <a:ext cx="10515600" cy="8262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fr-FR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6" name="Image 5" descr="Une image contenant clipart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AAE69B57-ED96-C0FF-A99B-BE0D018DBB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4370" y="5838482"/>
            <a:ext cx="826269" cy="826269"/>
          </a:xfrm>
          <a:prstGeom prst="rect">
            <a:avLst/>
          </a:prstGeom>
        </p:spPr>
      </p:pic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577EA509-43F1-B59D-911E-D094063DC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55BEF828-5D80-8C8E-C4F9-5A73ABF99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Contraintes et exigences du projet</a:t>
            </a:r>
          </a:p>
        </p:txBody>
      </p:sp>
    </p:spTree>
    <p:extLst>
      <p:ext uri="{BB962C8B-B14F-4D97-AF65-F5344CB8AC3E}">
        <p14:creationId xmlns:p14="http://schemas.microsoft.com/office/powerpoint/2010/main" val="17000584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75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4643F3-B7B2-BCD0-7186-0977CCBE7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6A930A46-0BB8-5C52-0099-9234A4F2EE40}"/>
              </a:ext>
            </a:extLst>
          </p:cNvPr>
          <p:cNvSpPr/>
          <p:nvPr/>
        </p:nvSpPr>
        <p:spPr>
          <a:xfrm>
            <a:off x="508263" y="193249"/>
            <a:ext cx="11322376" cy="647150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4" name="Rectangle : coins arrondis 33">
            <a:extLst>
              <a:ext uri="{FF2B5EF4-FFF2-40B4-BE49-F238E27FC236}">
                <a16:creationId xmlns:a16="http://schemas.microsoft.com/office/drawing/2014/main" id="{2FAB235F-1E20-C4C0-AC93-C5FFA4888DC2}"/>
              </a:ext>
            </a:extLst>
          </p:cNvPr>
          <p:cNvSpPr/>
          <p:nvPr/>
        </p:nvSpPr>
        <p:spPr>
          <a:xfrm>
            <a:off x="8765110" y="4759947"/>
            <a:ext cx="3065529" cy="1904804"/>
          </a:xfrm>
          <a:prstGeom prst="roundRect">
            <a:avLst>
              <a:gd name="adj" fmla="val 61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12858826-0A02-658A-67C7-40A2B5359821}"/>
              </a:ext>
            </a:extLst>
          </p:cNvPr>
          <p:cNvSpPr txBox="1">
            <a:spLocks/>
          </p:cNvSpPr>
          <p:nvPr/>
        </p:nvSpPr>
        <p:spPr>
          <a:xfrm>
            <a:off x="838200" y="1400471"/>
            <a:ext cx="10515600" cy="8262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fr-FR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6" name="Image 5" descr="Une image contenant clipart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F863B5CE-09E8-8264-51FB-B4665F678A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4370" y="5838482"/>
            <a:ext cx="826269" cy="826269"/>
          </a:xfrm>
          <a:prstGeom prst="rect">
            <a:avLst/>
          </a:prstGeom>
        </p:spPr>
      </p:pic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6C5CA06C-5CD5-5C66-B9F3-63C43703FF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467D2164-0622-AC03-3D3A-827B912C3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Architecture globale</a:t>
            </a:r>
          </a:p>
        </p:txBody>
      </p:sp>
    </p:spTree>
    <p:extLst>
      <p:ext uri="{BB962C8B-B14F-4D97-AF65-F5344CB8AC3E}">
        <p14:creationId xmlns:p14="http://schemas.microsoft.com/office/powerpoint/2010/main" val="2883417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75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40772E-8451-DD77-5A58-3B1744754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F8A5EAC3-D3EE-1A19-9227-EA27DF6A4285}"/>
              </a:ext>
            </a:extLst>
          </p:cNvPr>
          <p:cNvSpPr/>
          <p:nvPr/>
        </p:nvSpPr>
        <p:spPr>
          <a:xfrm>
            <a:off x="508263" y="193249"/>
            <a:ext cx="11322376" cy="647150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4" name="Rectangle : coins arrondis 33">
            <a:extLst>
              <a:ext uri="{FF2B5EF4-FFF2-40B4-BE49-F238E27FC236}">
                <a16:creationId xmlns:a16="http://schemas.microsoft.com/office/drawing/2014/main" id="{A0F4E0D4-CC47-9A7C-FD31-B466CFBC4C9E}"/>
              </a:ext>
            </a:extLst>
          </p:cNvPr>
          <p:cNvSpPr/>
          <p:nvPr/>
        </p:nvSpPr>
        <p:spPr>
          <a:xfrm>
            <a:off x="8765110" y="4759947"/>
            <a:ext cx="3065529" cy="1904804"/>
          </a:xfrm>
          <a:prstGeom prst="roundRect">
            <a:avLst>
              <a:gd name="adj" fmla="val 61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569AC365-6FF5-A183-654D-1DF8667DB7D1}"/>
              </a:ext>
            </a:extLst>
          </p:cNvPr>
          <p:cNvSpPr txBox="1">
            <a:spLocks/>
          </p:cNvSpPr>
          <p:nvPr/>
        </p:nvSpPr>
        <p:spPr>
          <a:xfrm>
            <a:off x="838200" y="1400471"/>
            <a:ext cx="10515600" cy="8262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fr-FR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6" name="Image 5" descr="Une image contenant clipart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31A7C1E4-2DC6-DFCE-2D32-430AA2F0DD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4370" y="5838482"/>
            <a:ext cx="826269" cy="826269"/>
          </a:xfrm>
          <a:prstGeom prst="rect">
            <a:avLst/>
          </a:prstGeom>
        </p:spPr>
      </p:pic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78921E00-3DDA-B033-8D10-CF6F9E50EA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790B17FF-5113-5F34-A6EC-D74F7DE35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Spécification conversationnelle</a:t>
            </a:r>
          </a:p>
        </p:txBody>
      </p:sp>
    </p:spTree>
    <p:extLst>
      <p:ext uri="{BB962C8B-B14F-4D97-AF65-F5344CB8AC3E}">
        <p14:creationId xmlns:p14="http://schemas.microsoft.com/office/powerpoint/2010/main" val="42245644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75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D09054-B819-3BE0-6D00-A37418B5B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376D4733-C757-1706-4904-83700A8B8F6B}"/>
              </a:ext>
            </a:extLst>
          </p:cNvPr>
          <p:cNvSpPr/>
          <p:nvPr/>
        </p:nvSpPr>
        <p:spPr>
          <a:xfrm>
            <a:off x="508263" y="193249"/>
            <a:ext cx="11322376" cy="647150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4" name="Rectangle : coins arrondis 33">
            <a:extLst>
              <a:ext uri="{FF2B5EF4-FFF2-40B4-BE49-F238E27FC236}">
                <a16:creationId xmlns:a16="http://schemas.microsoft.com/office/drawing/2014/main" id="{78679ED0-FE03-C3DF-E620-166FCA89BD6C}"/>
              </a:ext>
            </a:extLst>
          </p:cNvPr>
          <p:cNvSpPr/>
          <p:nvPr/>
        </p:nvSpPr>
        <p:spPr>
          <a:xfrm>
            <a:off x="8765110" y="4759947"/>
            <a:ext cx="3065529" cy="1904804"/>
          </a:xfrm>
          <a:prstGeom prst="roundRect">
            <a:avLst>
              <a:gd name="adj" fmla="val 61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A57EB3EA-858C-B86C-8268-D00A52CFC86F}"/>
              </a:ext>
            </a:extLst>
          </p:cNvPr>
          <p:cNvSpPr txBox="1">
            <a:spLocks/>
          </p:cNvSpPr>
          <p:nvPr/>
        </p:nvSpPr>
        <p:spPr>
          <a:xfrm>
            <a:off x="838200" y="1400471"/>
            <a:ext cx="10515600" cy="8262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fr-FR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6" name="Image 5" descr="Une image contenant clipart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6AE760F3-5F85-80ED-3E45-3712F3F9F4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4370" y="5838482"/>
            <a:ext cx="826269" cy="826269"/>
          </a:xfrm>
          <a:prstGeom prst="rect">
            <a:avLst/>
          </a:prstGeom>
        </p:spPr>
      </p:pic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C41AE300-DDEE-54EC-5BC0-07B550FA8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A37F6BD9-2DD8-C9ED-877F-DA1F3A559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Gestion de dialogue (RASA)</a:t>
            </a:r>
          </a:p>
        </p:txBody>
      </p:sp>
    </p:spTree>
    <p:extLst>
      <p:ext uri="{BB962C8B-B14F-4D97-AF65-F5344CB8AC3E}">
        <p14:creationId xmlns:p14="http://schemas.microsoft.com/office/powerpoint/2010/main" val="2828156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75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89941D-A03D-7ECE-03EE-536F98DF2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9605EEBE-A5BA-D4FC-55E9-7BABBB109630}"/>
              </a:ext>
            </a:extLst>
          </p:cNvPr>
          <p:cNvSpPr/>
          <p:nvPr/>
        </p:nvSpPr>
        <p:spPr>
          <a:xfrm>
            <a:off x="508263" y="193249"/>
            <a:ext cx="11322376" cy="647150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4" name="Rectangle : coins arrondis 33">
            <a:extLst>
              <a:ext uri="{FF2B5EF4-FFF2-40B4-BE49-F238E27FC236}">
                <a16:creationId xmlns:a16="http://schemas.microsoft.com/office/drawing/2014/main" id="{A3131545-B5AD-C54A-895E-37C480B14C5B}"/>
              </a:ext>
            </a:extLst>
          </p:cNvPr>
          <p:cNvSpPr/>
          <p:nvPr/>
        </p:nvSpPr>
        <p:spPr>
          <a:xfrm>
            <a:off x="8765110" y="4759947"/>
            <a:ext cx="3065529" cy="1904804"/>
          </a:xfrm>
          <a:prstGeom prst="roundRect">
            <a:avLst>
              <a:gd name="adj" fmla="val 61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EAA5951D-AEA7-E508-2361-BDEE9E2D049F}"/>
              </a:ext>
            </a:extLst>
          </p:cNvPr>
          <p:cNvSpPr txBox="1">
            <a:spLocks/>
          </p:cNvSpPr>
          <p:nvPr/>
        </p:nvSpPr>
        <p:spPr>
          <a:xfrm>
            <a:off x="838200" y="1400471"/>
            <a:ext cx="10515600" cy="8262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fr-FR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6" name="Image 5" descr="Une image contenant clipart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B4D70B42-C8B0-C7C9-E18B-48992EA37C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4370" y="5838482"/>
            <a:ext cx="826269" cy="826269"/>
          </a:xfrm>
          <a:prstGeom prst="rect">
            <a:avLst/>
          </a:prstGeom>
        </p:spPr>
      </p:pic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D48F99DE-D696-2F1F-3172-D4A5832B2F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98D1E2DB-2ADB-7BF0-2872-5204E26CC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Traitement de la voix et API</a:t>
            </a:r>
          </a:p>
        </p:txBody>
      </p:sp>
    </p:spTree>
    <p:extLst>
      <p:ext uri="{BB962C8B-B14F-4D97-AF65-F5344CB8AC3E}">
        <p14:creationId xmlns:p14="http://schemas.microsoft.com/office/powerpoint/2010/main" val="11293229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75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3CDF83-5138-C8EA-CD00-02210AE74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C678430C-0626-14BD-E22F-E3CE43379402}"/>
              </a:ext>
            </a:extLst>
          </p:cNvPr>
          <p:cNvSpPr/>
          <p:nvPr/>
        </p:nvSpPr>
        <p:spPr>
          <a:xfrm>
            <a:off x="508263" y="193249"/>
            <a:ext cx="11322376" cy="647150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4" name="Rectangle : coins arrondis 33">
            <a:extLst>
              <a:ext uri="{FF2B5EF4-FFF2-40B4-BE49-F238E27FC236}">
                <a16:creationId xmlns:a16="http://schemas.microsoft.com/office/drawing/2014/main" id="{B1EB0053-C508-3908-1872-2C66AED7979E}"/>
              </a:ext>
            </a:extLst>
          </p:cNvPr>
          <p:cNvSpPr/>
          <p:nvPr/>
        </p:nvSpPr>
        <p:spPr>
          <a:xfrm>
            <a:off x="8765110" y="4759947"/>
            <a:ext cx="3065529" cy="1904804"/>
          </a:xfrm>
          <a:prstGeom prst="roundRect">
            <a:avLst>
              <a:gd name="adj" fmla="val 61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DA7645BC-9405-721B-98A8-BAEE738D4007}"/>
              </a:ext>
            </a:extLst>
          </p:cNvPr>
          <p:cNvSpPr txBox="1">
            <a:spLocks/>
          </p:cNvSpPr>
          <p:nvPr/>
        </p:nvSpPr>
        <p:spPr>
          <a:xfrm>
            <a:off x="838200" y="1400471"/>
            <a:ext cx="10515600" cy="8262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fr-FR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6" name="Image 5" descr="Une image contenant clipart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3951F42A-D655-DBC0-B190-39EDF757F4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4370" y="5838482"/>
            <a:ext cx="826269" cy="826269"/>
          </a:xfrm>
          <a:prstGeom prst="rect">
            <a:avLst/>
          </a:prstGeom>
        </p:spPr>
      </p:pic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D2EE9BF8-070F-1C22-BFE1-8F6966CBC5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ED7A91BB-3BFA-642D-7630-37C4E85AD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Accessibilité</a:t>
            </a:r>
          </a:p>
        </p:txBody>
      </p:sp>
    </p:spTree>
    <p:extLst>
      <p:ext uri="{BB962C8B-B14F-4D97-AF65-F5344CB8AC3E}">
        <p14:creationId xmlns:p14="http://schemas.microsoft.com/office/powerpoint/2010/main" val="23849344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75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1652CD-03EA-7D51-3A4A-F84483770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AC5E4C0F-6885-65EE-F2ED-D992A115D71F}"/>
              </a:ext>
            </a:extLst>
          </p:cNvPr>
          <p:cNvSpPr/>
          <p:nvPr/>
        </p:nvSpPr>
        <p:spPr>
          <a:xfrm>
            <a:off x="508263" y="193249"/>
            <a:ext cx="11322376" cy="647150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4" name="Rectangle : coins arrondis 33">
            <a:extLst>
              <a:ext uri="{FF2B5EF4-FFF2-40B4-BE49-F238E27FC236}">
                <a16:creationId xmlns:a16="http://schemas.microsoft.com/office/drawing/2014/main" id="{55B5CDD7-3CA8-649C-967F-FFED44152356}"/>
              </a:ext>
            </a:extLst>
          </p:cNvPr>
          <p:cNvSpPr/>
          <p:nvPr/>
        </p:nvSpPr>
        <p:spPr>
          <a:xfrm>
            <a:off x="8765110" y="4759947"/>
            <a:ext cx="3065529" cy="1904804"/>
          </a:xfrm>
          <a:prstGeom prst="roundRect">
            <a:avLst>
              <a:gd name="adj" fmla="val 61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0A0EE446-657F-6DA9-FEC1-EA3FDFDAB141}"/>
              </a:ext>
            </a:extLst>
          </p:cNvPr>
          <p:cNvSpPr txBox="1">
            <a:spLocks/>
          </p:cNvSpPr>
          <p:nvPr/>
        </p:nvSpPr>
        <p:spPr>
          <a:xfrm>
            <a:off x="838200" y="1400471"/>
            <a:ext cx="10515600" cy="8262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fr-FR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6" name="Image 5" descr="Une image contenant clipart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7837B276-250F-592E-5C4D-E764B1289D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4370" y="5838482"/>
            <a:ext cx="826269" cy="826269"/>
          </a:xfrm>
          <a:prstGeom prst="rect">
            <a:avLst/>
          </a:prstGeom>
        </p:spPr>
      </p:pic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88BCF31B-FB6E-6839-91F7-FDCAC32BE9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B40E6818-1191-53EA-3491-D1F541862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Evaluation</a:t>
            </a:r>
          </a:p>
        </p:txBody>
      </p:sp>
    </p:spTree>
    <p:extLst>
      <p:ext uri="{BB962C8B-B14F-4D97-AF65-F5344CB8AC3E}">
        <p14:creationId xmlns:p14="http://schemas.microsoft.com/office/powerpoint/2010/main" val="15702700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75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AD0D00-9DC1-9E29-F43C-353AD501F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9E0BA87F-AB14-7AB4-CD4B-BD924572DA9C}"/>
              </a:ext>
            </a:extLst>
          </p:cNvPr>
          <p:cNvSpPr/>
          <p:nvPr/>
        </p:nvSpPr>
        <p:spPr>
          <a:xfrm>
            <a:off x="508263" y="193249"/>
            <a:ext cx="11322376" cy="647150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4" name="Rectangle : coins arrondis 33">
            <a:extLst>
              <a:ext uri="{FF2B5EF4-FFF2-40B4-BE49-F238E27FC236}">
                <a16:creationId xmlns:a16="http://schemas.microsoft.com/office/drawing/2014/main" id="{CE718891-2733-C104-B2C7-6DFE30BC4B0A}"/>
              </a:ext>
            </a:extLst>
          </p:cNvPr>
          <p:cNvSpPr/>
          <p:nvPr/>
        </p:nvSpPr>
        <p:spPr>
          <a:xfrm>
            <a:off x="8765110" y="4759947"/>
            <a:ext cx="3065529" cy="1904804"/>
          </a:xfrm>
          <a:prstGeom prst="roundRect">
            <a:avLst>
              <a:gd name="adj" fmla="val 61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189E63AC-DB72-4640-C961-2F785A4BEA25}"/>
              </a:ext>
            </a:extLst>
          </p:cNvPr>
          <p:cNvSpPr txBox="1">
            <a:spLocks/>
          </p:cNvSpPr>
          <p:nvPr/>
        </p:nvSpPr>
        <p:spPr>
          <a:xfrm>
            <a:off x="838200" y="1400471"/>
            <a:ext cx="10515600" cy="8262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fr-FR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6" name="Image 5" descr="Une image contenant clipart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FC690505-6CBE-A8D3-080A-0560866629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4370" y="5838482"/>
            <a:ext cx="826269" cy="826269"/>
          </a:xfrm>
          <a:prstGeom prst="rect">
            <a:avLst/>
          </a:prstGeom>
        </p:spPr>
      </p:pic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EE952A8C-96AF-4D04-648A-1CC1E1D821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79EF057A-A736-F164-A83A-A989A421B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Gestion de projet</a:t>
            </a:r>
          </a:p>
        </p:txBody>
      </p:sp>
    </p:spTree>
    <p:extLst>
      <p:ext uri="{BB962C8B-B14F-4D97-AF65-F5344CB8AC3E}">
        <p14:creationId xmlns:p14="http://schemas.microsoft.com/office/powerpoint/2010/main" val="20404682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75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15C870-B877-2AB9-B533-1128C52E4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DFD45098-D411-2D20-171B-D120BF849D71}"/>
              </a:ext>
            </a:extLst>
          </p:cNvPr>
          <p:cNvSpPr/>
          <p:nvPr/>
        </p:nvSpPr>
        <p:spPr>
          <a:xfrm>
            <a:off x="508263" y="193249"/>
            <a:ext cx="11322376" cy="647150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4" name="Rectangle : coins arrondis 33">
            <a:extLst>
              <a:ext uri="{FF2B5EF4-FFF2-40B4-BE49-F238E27FC236}">
                <a16:creationId xmlns:a16="http://schemas.microsoft.com/office/drawing/2014/main" id="{52072765-E1A7-F8CD-8A35-ABC191713025}"/>
              </a:ext>
            </a:extLst>
          </p:cNvPr>
          <p:cNvSpPr/>
          <p:nvPr/>
        </p:nvSpPr>
        <p:spPr>
          <a:xfrm>
            <a:off x="8765110" y="4759947"/>
            <a:ext cx="3065529" cy="1904804"/>
          </a:xfrm>
          <a:prstGeom prst="roundRect">
            <a:avLst>
              <a:gd name="adj" fmla="val 61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20910D13-24B7-0880-D9E2-546BEE22B76F}"/>
              </a:ext>
            </a:extLst>
          </p:cNvPr>
          <p:cNvSpPr txBox="1">
            <a:spLocks/>
          </p:cNvSpPr>
          <p:nvPr/>
        </p:nvSpPr>
        <p:spPr>
          <a:xfrm>
            <a:off x="838200" y="1400471"/>
            <a:ext cx="10515600" cy="8262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fr-FR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6" name="Image 5" descr="Une image contenant clipart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5FC691D8-519C-9DB1-BD28-A0E3B3C7C6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4370" y="5838482"/>
            <a:ext cx="826269" cy="826269"/>
          </a:xfrm>
          <a:prstGeom prst="rect">
            <a:avLst/>
          </a:prstGeom>
        </p:spPr>
      </p:pic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4D62541A-88E5-B2F5-3EE8-EB612B9135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20A89766-5A23-3B2E-A7E4-CB34CB219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Démonstration</a:t>
            </a:r>
          </a:p>
        </p:txBody>
      </p:sp>
    </p:spTree>
    <p:extLst>
      <p:ext uri="{BB962C8B-B14F-4D97-AF65-F5344CB8AC3E}">
        <p14:creationId xmlns:p14="http://schemas.microsoft.com/office/powerpoint/2010/main" val="25136620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75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64D5F5-CBC4-0E80-F6AB-AED84B19B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B317CF57-36E6-E860-8379-091F6628AAC2}"/>
              </a:ext>
            </a:extLst>
          </p:cNvPr>
          <p:cNvSpPr/>
          <p:nvPr/>
        </p:nvSpPr>
        <p:spPr>
          <a:xfrm>
            <a:off x="1460370" y="193249"/>
            <a:ext cx="9418162" cy="647150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4" name="Rectangle : coins arrondis 33">
            <a:extLst>
              <a:ext uri="{FF2B5EF4-FFF2-40B4-BE49-F238E27FC236}">
                <a16:creationId xmlns:a16="http://schemas.microsoft.com/office/drawing/2014/main" id="{1845DF20-1115-17E5-9041-7D602643A399}"/>
              </a:ext>
            </a:extLst>
          </p:cNvPr>
          <p:cNvSpPr/>
          <p:nvPr/>
        </p:nvSpPr>
        <p:spPr>
          <a:xfrm>
            <a:off x="7553905" y="4226153"/>
            <a:ext cx="3065529" cy="1904804"/>
          </a:xfrm>
          <a:prstGeom prst="roundRect">
            <a:avLst>
              <a:gd name="adj" fmla="val 61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1EF7326-27D8-9063-8E51-B8B0B9B6B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6349" y="1223389"/>
            <a:ext cx="8819298" cy="826269"/>
          </a:xfrm>
        </p:spPr>
        <p:txBody>
          <a:bodyPr anchor="t">
            <a:normAutofit/>
          </a:bodyPr>
          <a:lstStyle/>
          <a:p>
            <a:pPr algn="ctr"/>
            <a:r>
              <a:rPr lang="fr-FR" sz="4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Merci de nous avoir écouté</a:t>
            </a:r>
            <a:endParaRPr lang="fr-FR" sz="5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F39CAF-009C-6208-1AED-7C1B563318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1622" y="5661400"/>
            <a:ext cx="7635658" cy="826269"/>
          </a:xfrm>
        </p:spPr>
        <p:txBody>
          <a:bodyPr anchor="b">
            <a:normAutofit/>
          </a:bodyPr>
          <a:lstStyle/>
          <a:p>
            <a:pPr marL="0" indent="0" algn="ctr">
              <a:buNone/>
            </a:pPr>
            <a:r>
              <a:rPr lang="fr-FR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Alex Rhodes - Eliot </a:t>
            </a:r>
            <a:r>
              <a:rPr lang="fr-FR" sz="1600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Pazzé</a:t>
            </a:r>
            <a:r>
              <a:rPr lang="fr-FR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- Nelson Sanchez - Hoang Long Duong</a:t>
            </a:r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6B0C76FF-FE3F-A07A-7F90-767EF780FB52}"/>
              </a:ext>
            </a:extLst>
          </p:cNvPr>
          <p:cNvSpPr txBox="1">
            <a:spLocks/>
          </p:cNvSpPr>
          <p:nvPr/>
        </p:nvSpPr>
        <p:spPr>
          <a:xfrm>
            <a:off x="838200" y="1400471"/>
            <a:ext cx="10515600" cy="8262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fr-FR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D697EF24-0043-9854-C889-F4FB2AB945C2}"/>
              </a:ext>
            </a:extLst>
          </p:cNvPr>
          <p:cNvGrpSpPr/>
          <p:nvPr/>
        </p:nvGrpSpPr>
        <p:grpSpPr>
          <a:xfrm>
            <a:off x="4595810" y="2049658"/>
            <a:ext cx="3000375" cy="3044170"/>
            <a:chOff x="4669262" y="1811495"/>
            <a:chExt cx="3000375" cy="3044170"/>
          </a:xfrm>
        </p:grpSpPr>
        <p:pic>
          <p:nvPicPr>
            <p:cNvPr id="14" name="Image 13" descr="Une image contenant clipart, dessin humoristique&#10;&#10;Le contenu généré par l’IA peut être incorrect.">
              <a:extLst>
                <a:ext uri="{FF2B5EF4-FFF2-40B4-BE49-F238E27FC236}">
                  <a16:creationId xmlns:a16="http://schemas.microsoft.com/office/drawing/2014/main" id="{D79CBB86-7495-F6CD-23F5-3F60A4D741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44590" y="1811495"/>
              <a:ext cx="2649718" cy="2649718"/>
            </a:xfrm>
            <a:prstGeom prst="rect">
              <a:avLst/>
            </a:prstGeom>
          </p:spPr>
        </p:pic>
        <p:sp>
          <p:nvSpPr>
            <p:cNvPr id="19" name="Titre 1">
              <a:extLst>
                <a:ext uri="{FF2B5EF4-FFF2-40B4-BE49-F238E27FC236}">
                  <a16:creationId xmlns:a16="http://schemas.microsoft.com/office/drawing/2014/main" id="{24B0BD90-B0F5-66C3-6A9E-82DABCA9AF1B}"/>
                </a:ext>
              </a:extLst>
            </p:cNvPr>
            <p:cNvSpPr txBox="1">
              <a:spLocks/>
            </p:cNvSpPr>
            <p:nvPr/>
          </p:nvSpPr>
          <p:spPr>
            <a:xfrm>
              <a:off x="4669262" y="4220550"/>
              <a:ext cx="3000375" cy="635115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 lnSpcReduction="100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fr-FR" sz="4000" b="1" dirty="0">
                  <a:solidFill>
                    <a:srgbClr val="E7752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CookAssist</a:t>
              </a:r>
              <a:endParaRPr lang="fr-FR" sz="54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266925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760c494-6550-44b4-8258-77c175d778b7}" enabled="1" method="Privileged" siteId="{76a2ae5a-9f00-4f6b-95ed-5d33d77c4d6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3995</TotalTime>
  <Words>66</Words>
  <Application>Microsoft Office PowerPoint</Application>
  <PresentationFormat>Grand écran</PresentationFormat>
  <Paragraphs>18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7" baseType="lpstr">
      <vt:lpstr>Microsoft JhengHei</vt:lpstr>
      <vt:lpstr>Aptos</vt:lpstr>
      <vt:lpstr>Aptos Display</vt:lpstr>
      <vt:lpstr>Arial</vt:lpstr>
      <vt:lpstr>Thème Office</vt:lpstr>
      <vt:lpstr>Projet  Intégration IA et Interaction</vt:lpstr>
      <vt:lpstr>Problématique</vt:lpstr>
      <vt:lpstr>Contraintes et exigences du projet</vt:lpstr>
      <vt:lpstr>Architecture globale</vt:lpstr>
      <vt:lpstr>Spécification conversationnelle</vt:lpstr>
      <vt:lpstr>Gestion de dialogue (RASA)</vt:lpstr>
      <vt:lpstr>Traitement de la voix et API</vt:lpstr>
      <vt:lpstr>Accessibilité</vt:lpstr>
      <vt:lpstr>Evaluation</vt:lpstr>
      <vt:lpstr>Gestion de projet</vt:lpstr>
      <vt:lpstr>Démonstration</vt:lpstr>
      <vt:lpstr>Merci de nous avoir écouté</vt:lpstr>
    </vt:vector>
  </TitlesOfParts>
  <Company>Capgemini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RHODES, Alex</dc:creator>
  <cp:lastModifiedBy>RHODES, Alex</cp:lastModifiedBy>
  <cp:revision>1</cp:revision>
  <dcterms:created xsi:type="dcterms:W3CDTF">2026-01-09T14:44:28Z</dcterms:created>
  <dcterms:modified xsi:type="dcterms:W3CDTF">2026-01-12T09:20:14Z</dcterms:modified>
</cp:coreProperties>
</file>